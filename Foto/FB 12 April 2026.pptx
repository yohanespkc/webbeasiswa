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2FCE-D84B-3F87-C74F-4969ADC115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79764-6DC2-B620-6681-FEE482D14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8CE18-5F73-F061-D03C-8803940E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A7D0-3FEC-1D93-8847-9F044FAE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BE5C-C5D9-4B34-966E-4458F9B08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44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69A0-D84F-9AF5-2288-9F630D81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CA0F3-7E7E-7BC2-82A3-2E8C1EE0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D4DAE-0A73-72E1-5FE7-CCC37EDA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A6A25-CA96-DD62-8EAC-76E51062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D4361-D049-A50C-DCD4-61C8BC7E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2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D210-52A7-F77D-0EBE-B6D2318C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01E90-6524-65CE-1956-E8520D363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2EAF7-F0F6-9BAC-6CA1-FC6F23F6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71703-909F-8873-1999-F12DA288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E1C1F-8B6B-6313-F9BF-81C07010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2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9ACFC-2CA8-ACF1-38D3-5116BAD9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72E64-3C25-6177-022C-76CAC41A9B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18912-59BF-A545-B6EA-5D5773386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AB7AA-530A-01D2-AE2C-DC07C3EF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FD2576-50E5-7DE5-7184-44B0CC5F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AF359-FF30-D9E5-1160-27BB10D54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1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1CCC4-CA1E-E377-D871-E12CD6270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6CE6B-1729-DD24-CE5A-ADD8B025B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353905-B3AA-50A3-BD8B-D275A850F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579E52-94A0-C06A-F93D-B79BE4A72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CEF435-7886-79EF-F41A-FD0F3BAA2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9685C6-DAF2-13DB-E2D9-303995D1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FA045-00B4-FFA1-47DC-CBDC9BDE4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E87B89-1EC7-0E88-6A7D-2289426A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F21B-AD33-2A5D-6E5D-52450CF9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04153-6797-B46B-9E14-23F0A7AD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2E132-7EBA-A649-5670-E46B2244F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E6154-F6C9-C89D-4667-A86D1E21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4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B0D0D-CA2E-0442-0697-0857E470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5CA60B-2073-02C2-9BDB-D9381BFD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676F4-733B-73C2-187F-3B6F5F7C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8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5A0F-F901-4852-3631-927DD04A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990CB-D595-065C-4BC7-FB45C011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6D172-D94B-996B-6994-C93102117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45C05-1C31-3371-8468-003E074B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ADF82-2DDC-699C-5598-FDEC8886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51F87-8D2A-20A4-73E7-34620B4A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5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84CEF-0BA1-D8B0-D935-6AB2E0ABC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D0B37-7379-9796-C7F4-BBB7425F95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4B90F-DC4C-CF15-AF52-C6E4BA071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D685B-0C08-DC45-489C-AC1F3F326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8D816-9CA9-5C4C-ACE3-DFAD8D85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535E7-3F9D-6553-74E7-EF2E4929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4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8AAC-6C8D-8AE3-A508-B5B54125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5B6B2-F451-9B04-C48F-30AFDBB58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C8D9C-3AF7-DF46-F317-AE221A265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EE994-12C2-F5BE-2E0A-21949CA6E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9ABE1-9715-12B1-3FB1-C1D33817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06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F0CF25-DD87-A1FE-74AD-C66CDE6A2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F2E26-926E-1043-FA1B-228628888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F0B1E-427C-6B80-9D60-239B2E65F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7A1C4-5196-736A-184D-2A8E33EB1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F5977-13F9-E55B-FF4E-F8E36341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6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4F00A-C5FF-B7C9-E597-F19B715C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59DA1-03C8-A9B1-11E5-5543642B5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ADA31-4284-BBB1-B213-6950D2E70B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ABBAA-66F5-AF4F-8A9D-684A6A6E1B30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51BA4-E069-5E6B-618B-8858A1CCE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C1A08-FA65-3C83-F5CE-A3A2A225F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0288A-1863-A146-9CB7-13E8B7955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41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78EDDD3-C548-48EF-B3CA-B290B1719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 descr="A person holding a microphone and smiling child&#10;&#10;AI-generated content may be incorrect.">
            <a:extLst>
              <a:ext uri="{FF2B5EF4-FFF2-40B4-BE49-F238E27FC236}">
                <a16:creationId xmlns:a16="http://schemas.microsoft.com/office/drawing/2014/main" id="{89F76712-AE29-405C-45AC-3F02C7E6F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660"/>
          <a:stretch>
            <a:fillRect/>
          </a:stretch>
        </p:blipFill>
        <p:spPr>
          <a:xfrm>
            <a:off x="196731" y="166533"/>
            <a:ext cx="3809612" cy="6524936"/>
          </a:xfrm>
          <a:prstGeom prst="rect">
            <a:avLst/>
          </a:prstGeom>
        </p:spPr>
      </p:pic>
      <p:pic>
        <p:nvPicPr>
          <p:cNvPr id="7" name="Picture 6" descr="A person and child posing for a picture&#10;&#10;AI-generated content may be incorrect.">
            <a:extLst>
              <a:ext uri="{FF2B5EF4-FFF2-40B4-BE49-F238E27FC236}">
                <a16:creationId xmlns:a16="http://schemas.microsoft.com/office/drawing/2014/main" id="{930D8F9A-28B7-F908-45FB-255025C0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68" r="6129" b="-2"/>
          <a:stretch>
            <a:fillRect/>
          </a:stretch>
        </p:blipFill>
        <p:spPr>
          <a:xfrm>
            <a:off x="4196497" y="166533"/>
            <a:ext cx="3797618" cy="6524936"/>
          </a:xfrm>
          <a:prstGeom prst="rect">
            <a:avLst/>
          </a:prstGeom>
        </p:spPr>
      </p:pic>
      <p:pic>
        <p:nvPicPr>
          <p:cNvPr id="9" name="Picture 8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4DBC497F-0DC1-2262-3736-962EBDE5C1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7" r="7455" b="5"/>
          <a:stretch>
            <a:fillRect/>
          </a:stretch>
        </p:blipFill>
        <p:spPr>
          <a:xfrm>
            <a:off x="8183346" y="166533"/>
            <a:ext cx="3822808" cy="3160653"/>
          </a:xfrm>
          <a:prstGeom prst="rect">
            <a:avLst/>
          </a:prstGeom>
        </p:spPr>
      </p:pic>
      <p:pic>
        <p:nvPicPr>
          <p:cNvPr id="5" name="Picture 4" descr="A group of people wearing hats&#10;&#10;AI-generated content may be incorrect.">
            <a:extLst>
              <a:ext uri="{FF2B5EF4-FFF2-40B4-BE49-F238E27FC236}">
                <a16:creationId xmlns:a16="http://schemas.microsoft.com/office/drawing/2014/main" id="{19E25C1B-D6ED-9704-B45B-C8654E0DC2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588" r="2" b="33932"/>
          <a:stretch>
            <a:fillRect/>
          </a:stretch>
        </p:blipFill>
        <p:spPr>
          <a:xfrm>
            <a:off x="8183346" y="3506741"/>
            <a:ext cx="3822808" cy="318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1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78EDDD3-C548-48EF-B3CA-B290B1719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 descr="A person holding a box with a gold object&#10;&#10;AI-generated content may be incorrect.">
            <a:extLst>
              <a:ext uri="{FF2B5EF4-FFF2-40B4-BE49-F238E27FC236}">
                <a16:creationId xmlns:a16="http://schemas.microsoft.com/office/drawing/2014/main" id="{B2B409C3-AE9E-3A9C-60EA-AE01F44D0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660"/>
          <a:stretch>
            <a:fillRect/>
          </a:stretch>
        </p:blipFill>
        <p:spPr>
          <a:xfrm>
            <a:off x="196731" y="166533"/>
            <a:ext cx="3809612" cy="6524936"/>
          </a:xfrm>
          <a:prstGeom prst="rect">
            <a:avLst/>
          </a:prstGeom>
        </p:spPr>
      </p:pic>
      <p:pic>
        <p:nvPicPr>
          <p:cNvPr id="11" name="Picture 10" descr="A group of people posing for a picture&#10;&#10;AI-generated content may be incorrect.">
            <a:extLst>
              <a:ext uri="{FF2B5EF4-FFF2-40B4-BE49-F238E27FC236}">
                <a16:creationId xmlns:a16="http://schemas.microsoft.com/office/drawing/2014/main" id="{7CB863A4-7081-3970-F4A5-59A2400CA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32" r="15564" b="-2"/>
          <a:stretch>
            <a:fillRect/>
          </a:stretch>
        </p:blipFill>
        <p:spPr>
          <a:xfrm>
            <a:off x="4196497" y="166533"/>
            <a:ext cx="3797618" cy="6524936"/>
          </a:xfrm>
          <a:prstGeom prst="rect">
            <a:avLst/>
          </a:prstGeom>
        </p:spPr>
      </p:pic>
      <p:pic>
        <p:nvPicPr>
          <p:cNvPr id="13" name="Picture 12" descr="A group of men standing in front of a building&#10;&#10;AI-generated content may be incorrect.">
            <a:extLst>
              <a:ext uri="{FF2B5EF4-FFF2-40B4-BE49-F238E27FC236}">
                <a16:creationId xmlns:a16="http://schemas.microsoft.com/office/drawing/2014/main" id="{86991A73-C986-17C2-FBEB-42315A75F1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287" r="5" b="5"/>
          <a:stretch>
            <a:fillRect/>
          </a:stretch>
        </p:blipFill>
        <p:spPr>
          <a:xfrm>
            <a:off x="8183346" y="166533"/>
            <a:ext cx="3822808" cy="3160653"/>
          </a:xfrm>
          <a:prstGeom prst="rect">
            <a:avLst/>
          </a:prstGeom>
        </p:spPr>
      </p:pic>
      <p:pic>
        <p:nvPicPr>
          <p:cNvPr id="5" name="Content Placeholder 4" descr="A group of men sitting in chairs&#10;&#10;AI-generated content may be incorrect.">
            <a:extLst>
              <a:ext uri="{FF2B5EF4-FFF2-40B4-BE49-F238E27FC236}">
                <a16:creationId xmlns:a16="http://schemas.microsoft.com/office/drawing/2014/main" id="{D8F9B2B5-0BCB-4194-03C2-46ED4C7A0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2104" r="7872" b="2"/>
          <a:stretch>
            <a:fillRect/>
          </a:stretch>
        </p:blipFill>
        <p:spPr>
          <a:xfrm>
            <a:off x="8183346" y="3506741"/>
            <a:ext cx="3822808" cy="318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52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illboard with a picture of people on it&#10;&#10;AI-generated content may be incorrect.">
            <a:extLst>
              <a:ext uri="{FF2B5EF4-FFF2-40B4-BE49-F238E27FC236}">
                <a16:creationId xmlns:a16="http://schemas.microsoft.com/office/drawing/2014/main" id="{97F894CE-FC51-E055-EE76-8C96FF2B4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02" r="1" b="912"/>
          <a:stretch>
            <a:fillRect/>
          </a:stretch>
        </p:blipFill>
        <p:spPr>
          <a:xfrm>
            <a:off x="6176433" y="10"/>
            <a:ext cx="6015567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920044"/>
                </a:lnTo>
                <a:lnTo>
                  <a:pt x="2469659" y="3920044"/>
                </a:lnTo>
                <a:lnTo>
                  <a:pt x="2469659" y="3103224"/>
                </a:lnTo>
                <a:lnTo>
                  <a:pt x="0" y="3103224"/>
                </a:lnTo>
                <a:close/>
              </a:path>
            </a:pathLst>
          </a:custGeom>
        </p:spPr>
      </p:pic>
      <p:pic>
        <p:nvPicPr>
          <p:cNvPr id="9" name="Picture 8" descr="A sign on a pole&#10;&#10;AI-generated content may be incorrect.">
            <a:extLst>
              <a:ext uri="{FF2B5EF4-FFF2-40B4-BE49-F238E27FC236}">
                <a16:creationId xmlns:a16="http://schemas.microsoft.com/office/drawing/2014/main" id="{26BA80E5-4179-2966-ACB2-B1F069AE1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3" b="-4"/>
          <a:stretch>
            <a:fillRect/>
          </a:stretch>
        </p:blipFill>
        <p:spPr>
          <a:xfrm>
            <a:off x="20" y="4069976"/>
            <a:ext cx="3535311" cy="2788023"/>
          </a:xfrm>
          <a:prstGeom prst="rect">
            <a:avLst/>
          </a:prstGeom>
        </p:spPr>
      </p:pic>
      <p:pic>
        <p:nvPicPr>
          <p:cNvPr id="5" name="Content Placeholder 4" descr="A large red sign with white text&#10;&#10;AI-generated content may be incorrect.">
            <a:extLst>
              <a:ext uri="{FF2B5EF4-FFF2-40B4-BE49-F238E27FC236}">
                <a16:creationId xmlns:a16="http://schemas.microsoft.com/office/drawing/2014/main" id="{DA608484-1BCB-9094-2DCC-27FA6F815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40" r="13149" b="2"/>
          <a:stretch>
            <a:fillRect/>
          </a:stretch>
        </p:blipFill>
        <p:spPr>
          <a:xfrm>
            <a:off x="3696199" y="3257176"/>
            <a:ext cx="4789093" cy="3600824"/>
          </a:xfrm>
          <a:prstGeom prst="rect">
            <a:avLst/>
          </a:prstGeom>
        </p:spPr>
      </p:pic>
      <p:pic>
        <p:nvPicPr>
          <p:cNvPr id="7" name="Picture 6" descr="A large billboard with images of men and a ladder&#10;&#10;AI-generated content may be incorrect.">
            <a:extLst>
              <a:ext uri="{FF2B5EF4-FFF2-40B4-BE49-F238E27FC236}">
                <a16:creationId xmlns:a16="http://schemas.microsoft.com/office/drawing/2014/main" id="{63A3A679-EB14-1CCA-BB08-F6048652916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66" r="6813" b="-2"/>
          <a:stretch>
            <a:fillRect/>
          </a:stretch>
        </p:blipFill>
        <p:spPr>
          <a:xfrm>
            <a:off x="1" y="10"/>
            <a:ext cx="6015567" cy="3920034"/>
          </a:xfrm>
          <a:custGeom>
            <a:avLst/>
            <a:gdLst/>
            <a:ahLst/>
            <a:cxnLst/>
            <a:rect l="l" t="t" r="r" b="b"/>
            <a:pathLst>
              <a:path w="6015567" h="3920044">
                <a:moveTo>
                  <a:pt x="0" y="0"/>
                </a:moveTo>
                <a:lnTo>
                  <a:pt x="6015567" y="0"/>
                </a:lnTo>
                <a:lnTo>
                  <a:pt x="6015567" y="3103224"/>
                </a:lnTo>
                <a:lnTo>
                  <a:pt x="3545908" y="3103224"/>
                </a:lnTo>
                <a:lnTo>
                  <a:pt x="3545908" y="3920044"/>
                </a:lnTo>
                <a:lnTo>
                  <a:pt x="0" y="3920044"/>
                </a:lnTo>
                <a:close/>
              </a:path>
            </a:pathLst>
          </a:custGeom>
        </p:spPr>
      </p:pic>
      <p:pic>
        <p:nvPicPr>
          <p:cNvPr id="13" name="Picture 12" descr="A billboard with people walking on the street&#10;&#10;AI-generated content may be incorrect.">
            <a:extLst>
              <a:ext uri="{FF2B5EF4-FFF2-40B4-BE49-F238E27FC236}">
                <a16:creationId xmlns:a16="http://schemas.microsoft.com/office/drawing/2014/main" id="{5F778131-FE54-19DF-1D9A-EFBAF3E5154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128" r="-4" b="22898"/>
          <a:stretch>
            <a:fillRect/>
          </a:stretch>
        </p:blipFill>
        <p:spPr>
          <a:xfrm>
            <a:off x="8646161" y="4069976"/>
            <a:ext cx="3545840" cy="278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0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yohanes surya</dc:creator>
  <cp:lastModifiedBy>yohanes surya</cp:lastModifiedBy>
  <cp:revision>1</cp:revision>
  <dcterms:created xsi:type="dcterms:W3CDTF">2026-04-11T21:04:23Z</dcterms:created>
  <dcterms:modified xsi:type="dcterms:W3CDTF">2026-04-12T00:54:29Z</dcterms:modified>
</cp:coreProperties>
</file>